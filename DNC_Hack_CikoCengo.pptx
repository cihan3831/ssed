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F510D9-E050-4A8D-8B43-C2CF92899C75}" v="11" dt="2025-09-23T06:15:15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in Cihan" userId="57138f4f-3f84-4d7f-bbba-e54f0ffddd2e" providerId="ADAL" clId="{1AE38610-CC52-4FF0-93B9-AF1440FE1D40}"/>
    <pc:docChg chg="undo redo custSel addSld delSld modSld">
      <pc:chgData name="Sahin Cihan" userId="57138f4f-3f84-4d7f-bbba-e54f0ffddd2e" providerId="ADAL" clId="{1AE38610-CC52-4FF0-93B9-AF1440FE1D40}" dt="2025-09-23T06:39:33.333" v="159"/>
      <pc:docMkLst>
        <pc:docMk/>
      </pc:docMkLst>
      <pc:sldChg chg="modSp mod modTransition">
        <pc:chgData name="Sahin Cihan" userId="57138f4f-3f84-4d7f-bbba-e54f0ffddd2e" providerId="ADAL" clId="{1AE38610-CC52-4FF0-93B9-AF1440FE1D40}" dt="2025-09-23T06:30:36.514" v="103" actId="20577"/>
        <pc:sldMkLst>
          <pc:docMk/>
          <pc:sldMk cId="4059907112" sldId="256"/>
        </pc:sldMkLst>
        <pc:spChg chg="mod">
          <ac:chgData name="Sahin Cihan" userId="57138f4f-3f84-4d7f-bbba-e54f0ffddd2e" providerId="ADAL" clId="{1AE38610-CC52-4FF0-93B9-AF1440FE1D40}" dt="2025-09-23T06:30:36.514" v="103" actId="20577"/>
          <ac:spMkLst>
            <pc:docMk/>
            <pc:sldMk cId="4059907112" sldId="256"/>
            <ac:spMk id="2" creationId="{FB056E93-FE2E-C2D0-FFC7-CD02347072D9}"/>
          </ac:spMkLst>
        </pc:spChg>
        <pc:spChg chg="mod">
          <ac:chgData name="Sahin Cihan" userId="57138f4f-3f84-4d7f-bbba-e54f0ffddd2e" providerId="ADAL" clId="{1AE38610-CC52-4FF0-93B9-AF1440FE1D40}" dt="2025-09-23T06:02:22.577" v="34" actId="20577"/>
          <ac:spMkLst>
            <pc:docMk/>
            <pc:sldMk cId="4059907112" sldId="256"/>
            <ac:spMk id="3" creationId="{FB6698A0-7F7E-B71F-1A8D-1EF2A0ACBA75}"/>
          </ac:spMkLst>
        </pc:spChg>
      </pc:sldChg>
      <pc:sldChg chg="del">
        <pc:chgData name="Sahin Cihan" userId="57138f4f-3f84-4d7f-bbba-e54f0ffddd2e" providerId="ADAL" clId="{1AE38610-CC52-4FF0-93B9-AF1440FE1D40}" dt="2025-09-23T06:11:08.333" v="69" actId="2696"/>
        <pc:sldMkLst>
          <pc:docMk/>
          <pc:sldMk cId="1627735640" sldId="257"/>
        </pc:sldMkLst>
      </pc:sldChg>
      <pc:sldChg chg="del">
        <pc:chgData name="Sahin Cihan" userId="57138f4f-3f84-4d7f-bbba-e54f0ffddd2e" providerId="ADAL" clId="{1AE38610-CC52-4FF0-93B9-AF1440FE1D40}" dt="2025-09-23T06:11:19.317" v="71" actId="2696"/>
        <pc:sldMkLst>
          <pc:docMk/>
          <pc:sldMk cId="145175557" sldId="258"/>
        </pc:sldMkLst>
      </pc:sldChg>
      <pc:sldChg chg="del">
        <pc:chgData name="Sahin Cihan" userId="57138f4f-3f84-4d7f-bbba-e54f0ffddd2e" providerId="ADAL" clId="{1AE38610-CC52-4FF0-93B9-AF1440FE1D40}" dt="2025-09-23T06:11:27.936" v="72" actId="2696"/>
        <pc:sldMkLst>
          <pc:docMk/>
          <pc:sldMk cId="2167837139" sldId="259"/>
        </pc:sldMkLst>
      </pc:sldChg>
      <pc:sldChg chg="del">
        <pc:chgData name="Sahin Cihan" userId="57138f4f-3f84-4d7f-bbba-e54f0ffddd2e" providerId="ADAL" clId="{1AE38610-CC52-4FF0-93B9-AF1440FE1D40}" dt="2025-09-23T06:11:15.581" v="70" actId="2696"/>
        <pc:sldMkLst>
          <pc:docMk/>
          <pc:sldMk cId="218981281" sldId="260"/>
        </pc:sldMkLst>
      </pc:sldChg>
      <pc:sldChg chg="del modTransition">
        <pc:chgData name="Sahin Cihan" userId="57138f4f-3f84-4d7f-bbba-e54f0ffddd2e" providerId="ADAL" clId="{1AE38610-CC52-4FF0-93B9-AF1440FE1D40}" dt="2025-09-23T06:11:33.102" v="73" actId="2696"/>
        <pc:sldMkLst>
          <pc:docMk/>
          <pc:sldMk cId="649934650" sldId="261"/>
        </pc:sldMkLst>
      </pc:sldChg>
      <pc:sldChg chg="addSp delSp modSp new mod modTransition setBg setClrOvrMap">
        <pc:chgData name="Sahin Cihan" userId="57138f4f-3f84-4d7f-bbba-e54f0ffddd2e" providerId="ADAL" clId="{1AE38610-CC52-4FF0-93B9-AF1440FE1D40}" dt="2025-09-23T06:39:20.650" v="154"/>
        <pc:sldMkLst>
          <pc:docMk/>
          <pc:sldMk cId="4109380476" sldId="262"/>
        </pc:sldMkLst>
        <pc:spChg chg="mod">
          <ac:chgData name="Sahin Cihan" userId="57138f4f-3f84-4d7f-bbba-e54f0ffddd2e" providerId="ADAL" clId="{1AE38610-CC52-4FF0-93B9-AF1440FE1D40}" dt="2025-09-23T06:38:09.040" v="149" actId="26606"/>
          <ac:spMkLst>
            <pc:docMk/>
            <pc:sldMk cId="4109380476" sldId="262"/>
            <ac:spMk id="2" creationId="{FFA78105-62EE-111A-CEA8-EEE3298B7C9F}"/>
          </ac:spMkLst>
        </pc:spChg>
        <pc:spChg chg="del">
          <ac:chgData name="Sahin Cihan" userId="57138f4f-3f84-4d7f-bbba-e54f0ffddd2e" providerId="ADAL" clId="{1AE38610-CC52-4FF0-93B9-AF1440FE1D40}" dt="2025-09-23T06:06:46.711" v="45"/>
          <ac:spMkLst>
            <pc:docMk/>
            <pc:sldMk cId="4109380476" sldId="262"/>
            <ac:spMk id="3" creationId="{8A43B918-2939-E6CF-A56F-AD5EC455C5B6}"/>
          </ac:spMkLst>
        </pc:spChg>
        <pc:spChg chg="add del mod">
          <ac:chgData name="Sahin Cihan" userId="57138f4f-3f84-4d7f-bbba-e54f0ffddd2e" providerId="ADAL" clId="{1AE38610-CC52-4FF0-93B9-AF1440FE1D40}" dt="2025-09-23T06:07:07.631" v="48" actId="26606"/>
          <ac:spMkLst>
            <pc:docMk/>
            <pc:sldMk cId="4109380476" sldId="262"/>
            <ac:spMk id="4" creationId="{380A623F-0F65-463A-4720-4474365785C6}"/>
          </ac:spMkLst>
        </pc:spChg>
        <pc:spChg chg="add del">
          <ac:chgData name="Sahin Cihan" userId="57138f4f-3f84-4d7f-bbba-e54f0ffddd2e" providerId="ADAL" clId="{1AE38610-CC52-4FF0-93B9-AF1440FE1D40}" dt="2025-09-23T06:07:07.611" v="47" actId="26606"/>
          <ac:spMkLst>
            <pc:docMk/>
            <pc:sldMk cId="4109380476" sldId="262"/>
            <ac:spMk id="10" creationId="{BACC6370-2D7E-4714-9D71-7542949D7D5D}"/>
          </ac:spMkLst>
        </pc:spChg>
        <pc:spChg chg="add del">
          <ac:chgData name="Sahin Cihan" userId="57138f4f-3f84-4d7f-bbba-e54f0ffddd2e" providerId="ADAL" clId="{1AE38610-CC52-4FF0-93B9-AF1440FE1D40}" dt="2025-09-23T06:36:26.772" v="104" actId="26606"/>
          <ac:spMkLst>
            <pc:docMk/>
            <pc:sldMk cId="4109380476" sldId="262"/>
            <ac:spMk id="11" creationId="{B50AB553-2A96-4A92-96F2-93548E096954}"/>
          </ac:spMkLst>
        </pc:spChg>
        <pc:spChg chg="add del">
          <ac:chgData name="Sahin Cihan" userId="57138f4f-3f84-4d7f-bbba-e54f0ffddd2e" providerId="ADAL" clId="{1AE38610-CC52-4FF0-93B9-AF1440FE1D40}" dt="2025-09-23T06:07:07.611" v="47" actId="26606"/>
          <ac:spMkLst>
            <pc:docMk/>
            <pc:sldMk cId="4109380476" sldId="262"/>
            <ac:spMk id="12" creationId="{F68B3F68-107C-434F-AA38-110D5EA91B85}"/>
          </ac:spMkLst>
        </pc:spChg>
        <pc:spChg chg="add del">
          <ac:chgData name="Sahin Cihan" userId="57138f4f-3f84-4d7f-bbba-e54f0ffddd2e" providerId="ADAL" clId="{1AE38610-CC52-4FF0-93B9-AF1440FE1D40}" dt="2025-09-23T06:07:07.611" v="47" actId="26606"/>
          <ac:spMkLst>
            <pc:docMk/>
            <pc:sldMk cId="4109380476" sldId="262"/>
            <ac:spMk id="14" creationId="{AAD0DBB9-1A4B-4391-81D4-CB19F9AB918A}"/>
          </ac:spMkLst>
        </pc:spChg>
        <pc:spChg chg="add del">
          <ac:chgData name="Sahin Cihan" userId="57138f4f-3f84-4d7f-bbba-e54f0ffddd2e" providerId="ADAL" clId="{1AE38610-CC52-4FF0-93B9-AF1440FE1D40}" dt="2025-09-23T06:07:07.611" v="47" actId="26606"/>
          <ac:spMkLst>
            <pc:docMk/>
            <pc:sldMk cId="4109380476" sldId="262"/>
            <ac:spMk id="16" creationId="{063BBA22-50EA-4C4D-BE05-F1CE4E63AA56}"/>
          </ac:spMkLst>
        </pc:spChg>
        <pc:spChg chg="add del">
          <ac:chgData name="Sahin Cihan" userId="57138f4f-3f84-4d7f-bbba-e54f0ffddd2e" providerId="ADAL" clId="{1AE38610-CC52-4FF0-93B9-AF1440FE1D40}" dt="2025-09-23T06:37:41.704" v="145" actId="26606"/>
          <ac:spMkLst>
            <pc:docMk/>
            <pc:sldMk cId="4109380476" sldId="262"/>
            <ac:spMk id="23" creationId="{B95B9BA8-1D69-4796-85F5-B6D0BD52354B}"/>
          </ac:spMkLst>
        </pc:spChg>
        <pc:spChg chg="add del">
          <ac:chgData name="Sahin Cihan" userId="57138f4f-3f84-4d7f-bbba-e54f0ffddd2e" providerId="ADAL" clId="{1AE38610-CC52-4FF0-93B9-AF1440FE1D40}" dt="2025-09-23T06:38:04.071" v="147" actId="26606"/>
          <ac:spMkLst>
            <pc:docMk/>
            <pc:sldMk cId="4109380476" sldId="262"/>
            <ac:spMk id="33" creationId="{B95B9BA8-1D69-4796-85F5-B6D0BD52354B}"/>
          </ac:spMkLst>
        </pc:spChg>
        <pc:spChg chg="add del">
          <ac:chgData name="Sahin Cihan" userId="57138f4f-3f84-4d7f-bbba-e54f0ffddd2e" providerId="ADAL" clId="{1AE38610-CC52-4FF0-93B9-AF1440FE1D40}" dt="2025-09-23T06:38:09.040" v="149" actId="26606"/>
          <ac:spMkLst>
            <pc:docMk/>
            <pc:sldMk cId="4109380476" sldId="262"/>
            <ac:spMk id="40" creationId="{B95B9BA8-1D69-4796-85F5-B6D0BD52354B}"/>
          </ac:spMkLst>
        </pc:spChg>
        <pc:grpChg chg="add del">
          <ac:chgData name="Sahin Cihan" userId="57138f4f-3f84-4d7f-bbba-e54f0ffddd2e" providerId="ADAL" clId="{1AE38610-CC52-4FF0-93B9-AF1440FE1D40}" dt="2025-09-23T06:37:41.704" v="145" actId="26606"/>
          <ac:grpSpMkLst>
            <pc:docMk/>
            <pc:sldMk cId="4109380476" sldId="262"/>
            <ac:grpSpMk id="25" creationId="{D44E3F87-3D58-4B03-86B2-15A5C5B9C964}"/>
          </ac:grpSpMkLst>
        </pc:grpChg>
        <pc:grpChg chg="add del">
          <ac:chgData name="Sahin Cihan" userId="57138f4f-3f84-4d7f-bbba-e54f0ffddd2e" providerId="ADAL" clId="{1AE38610-CC52-4FF0-93B9-AF1440FE1D40}" dt="2025-09-23T06:38:04.071" v="147" actId="26606"/>
          <ac:grpSpMkLst>
            <pc:docMk/>
            <pc:sldMk cId="4109380476" sldId="262"/>
            <ac:grpSpMk id="34" creationId="{D44E3F87-3D58-4B03-86B2-15A5C5B9C964}"/>
          </ac:grpSpMkLst>
        </pc:grpChg>
        <pc:graphicFrameChg chg="add del">
          <ac:chgData name="Sahin Cihan" userId="57138f4f-3f84-4d7f-bbba-e54f0ffddd2e" providerId="ADAL" clId="{1AE38610-CC52-4FF0-93B9-AF1440FE1D40}" dt="2025-09-23T06:07:07.611" v="47" actId="26606"/>
          <ac:graphicFrameMkLst>
            <pc:docMk/>
            <pc:sldMk cId="4109380476" sldId="262"/>
            <ac:graphicFrameMk id="6" creationId="{D6CE17CE-001C-2C9A-1C8D-986D17C0DF1A}"/>
          </ac:graphicFrameMkLst>
        </pc:graphicFrameChg>
        <pc:graphicFrameChg chg="add mod modGraphic">
          <ac:chgData name="Sahin Cihan" userId="57138f4f-3f84-4d7f-bbba-e54f0ffddd2e" providerId="ADAL" clId="{1AE38610-CC52-4FF0-93B9-AF1440FE1D40}" dt="2025-09-23T06:38:09.040" v="149" actId="26606"/>
          <ac:graphicFrameMkLst>
            <pc:docMk/>
            <pc:sldMk cId="4109380476" sldId="262"/>
            <ac:graphicFrameMk id="18" creationId="{2D4C072A-1EF9-4431-4373-B364C454EAE0}"/>
          </ac:graphicFrameMkLst>
        </pc:graphicFrameChg>
        <pc:picChg chg="add mod ord">
          <ac:chgData name="Sahin Cihan" userId="57138f4f-3f84-4d7f-bbba-e54f0ffddd2e" providerId="ADAL" clId="{1AE38610-CC52-4FF0-93B9-AF1440FE1D40}" dt="2025-09-23T06:38:09.040" v="149" actId="26606"/>
          <ac:picMkLst>
            <pc:docMk/>
            <pc:sldMk cId="4109380476" sldId="262"/>
            <ac:picMk id="7" creationId="{1D3A5846-D9E4-766E-FB8B-1768257600FC}"/>
          </ac:picMkLst>
        </pc:picChg>
      </pc:sldChg>
      <pc:sldChg chg="addSp delSp modSp new mod modTransition setBg">
        <pc:chgData name="Sahin Cihan" userId="57138f4f-3f84-4d7f-bbba-e54f0ffddd2e" providerId="ADAL" clId="{1AE38610-CC52-4FF0-93B9-AF1440FE1D40}" dt="2025-09-23T06:39:24.542" v="155"/>
        <pc:sldMkLst>
          <pc:docMk/>
          <pc:sldMk cId="282328537" sldId="263"/>
        </pc:sldMkLst>
        <pc:spChg chg="mod">
          <ac:chgData name="Sahin Cihan" userId="57138f4f-3f84-4d7f-bbba-e54f0ffddd2e" providerId="ADAL" clId="{1AE38610-CC52-4FF0-93B9-AF1440FE1D40}" dt="2025-09-23T06:36:34.443" v="105" actId="26606"/>
          <ac:spMkLst>
            <pc:docMk/>
            <pc:sldMk cId="282328537" sldId="263"/>
            <ac:spMk id="2" creationId="{1698A64A-F897-D300-93D1-EF1C4DDD24AF}"/>
          </ac:spMkLst>
        </pc:spChg>
        <pc:spChg chg="mod">
          <ac:chgData name="Sahin Cihan" userId="57138f4f-3f84-4d7f-bbba-e54f0ffddd2e" providerId="ADAL" clId="{1AE38610-CC52-4FF0-93B9-AF1440FE1D40}" dt="2025-09-23T06:36:34.443" v="105" actId="26606"/>
          <ac:spMkLst>
            <pc:docMk/>
            <pc:sldMk cId="282328537" sldId="263"/>
            <ac:spMk id="3" creationId="{15843106-C9A8-2A80-8BED-9932B408ABBA}"/>
          </ac:spMkLst>
        </pc:spChg>
        <pc:spChg chg="add del">
          <ac:chgData name="Sahin Cihan" userId="57138f4f-3f84-4d7f-bbba-e54f0ffddd2e" providerId="ADAL" clId="{1AE38610-CC52-4FF0-93B9-AF1440FE1D40}" dt="2025-09-23T06:36:34.443" v="105" actId="26606"/>
          <ac:spMkLst>
            <pc:docMk/>
            <pc:sldMk cId="282328537" sldId="263"/>
            <ac:spMk id="10" creationId="{245A9F99-D9B1-4094-A2E2-B90AC1DB7B9C}"/>
          </ac:spMkLst>
        </pc:spChg>
        <pc:spChg chg="add del">
          <ac:chgData name="Sahin Cihan" userId="57138f4f-3f84-4d7f-bbba-e54f0ffddd2e" providerId="ADAL" clId="{1AE38610-CC52-4FF0-93B9-AF1440FE1D40}" dt="2025-09-23T06:36:34.443" v="105" actId="26606"/>
          <ac:spMkLst>
            <pc:docMk/>
            <pc:sldMk cId="282328537" sldId="263"/>
            <ac:spMk id="12" creationId="{B7FAF607-473A-4A43-A23D-BBFF5C4117BB}"/>
          </ac:spMkLst>
        </pc:spChg>
        <pc:spChg chg="add">
          <ac:chgData name="Sahin Cihan" userId="57138f4f-3f84-4d7f-bbba-e54f0ffddd2e" providerId="ADAL" clId="{1AE38610-CC52-4FF0-93B9-AF1440FE1D40}" dt="2025-09-23T06:36:34.443" v="105" actId="26606"/>
          <ac:spMkLst>
            <pc:docMk/>
            <pc:sldMk cId="282328537" sldId="263"/>
            <ac:spMk id="22" creationId="{B95B9BA8-1D69-4796-85F5-B6D0BD52354B}"/>
          </ac:spMkLst>
        </pc:spChg>
        <pc:grpChg chg="add del">
          <ac:chgData name="Sahin Cihan" userId="57138f4f-3f84-4d7f-bbba-e54f0ffddd2e" providerId="ADAL" clId="{1AE38610-CC52-4FF0-93B9-AF1440FE1D40}" dt="2025-09-23T06:36:34.443" v="105" actId="26606"/>
          <ac:grpSpMkLst>
            <pc:docMk/>
            <pc:sldMk cId="282328537" sldId="263"/>
            <ac:grpSpMk id="14" creationId="{C5F6476F-D303-44D3-B30F-1BA348F0F64A}"/>
          </ac:grpSpMkLst>
        </pc:grpChg>
        <pc:grpChg chg="add">
          <ac:chgData name="Sahin Cihan" userId="57138f4f-3f84-4d7f-bbba-e54f0ffddd2e" providerId="ADAL" clId="{1AE38610-CC52-4FF0-93B9-AF1440FE1D40}" dt="2025-09-23T06:36:34.443" v="105" actId="26606"/>
          <ac:grpSpMkLst>
            <pc:docMk/>
            <pc:sldMk cId="282328537" sldId="263"/>
            <ac:grpSpMk id="24" creationId="{D44E3F87-3D58-4B03-86B2-15A5C5B9C964}"/>
          </ac:grpSpMkLst>
        </pc:grpChg>
        <pc:picChg chg="add mod ord">
          <ac:chgData name="Sahin Cihan" userId="57138f4f-3f84-4d7f-bbba-e54f0ffddd2e" providerId="ADAL" clId="{1AE38610-CC52-4FF0-93B9-AF1440FE1D40}" dt="2025-09-23T06:36:34.443" v="105" actId="26606"/>
          <ac:picMkLst>
            <pc:docMk/>
            <pc:sldMk cId="282328537" sldId="263"/>
            <ac:picMk id="7" creationId="{EE97219C-161D-A8BC-B794-5F01A9F725AB}"/>
          </ac:picMkLst>
        </pc:picChg>
      </pc:sldChg>
      <pc:sldChg chg="addSp delSp modSp new mod modTransition setBg">
        <pc:chgData name="Sahin Cihan" userId="57138f4f-3f84-4d7f-bbba-e54f0ffddd2e" providerId="ADAL" clId="{1AE38610-CC52-4FF0-93B9-AF1440FE1D40}" dt="2025-09-23T06:39:26.821" v="156"/>
        <pc:sldMkLst>
          <pc:docMk/>
          <pc:sldMk cId="1253659073" sldId="264"/>
        </pc:sldMkLst>
        <pc:spChg chg="mod">
          <ac:chgData name="Sahin Cihan" userId="57138f4f-3f84-4d7f-bbba-e54f0ffddd2e" providerId="ADAL" clId="{1AE38610-CC52-4FF0-93B9-AF1440FE1D40}" dt="2025-09-23T06:36:50.674" v="106" actId="26606"/>
          <ac:spMkLst>
            <pc:docMk/>
            <pc:sldMk cId="1253659073" sldId="264"/>
            <ac:spMk id="2" creationId="{0EB9B5C5-28D7-171C-79E0-EE3125CB8D88}"/>
          </ac:spMkLst>
        </pc:spChg>
        <pc:spChg chg="del">
          <ac:chgData name="Sahin Cihan" userId="57138f4f-3f84-4d7f-bbba-e54f0ffddd2e" providerId="ADAL" clId="{1AE38610-CC52-4FF0-93B9-AF1440FE1D40}" dt="2025-09-23T06:08:29.007" v="55"/>
          <ac:spMkLst>
            <pc:docMk/>
            <pc:sldMk cId="1253659073" sldId="264"/>
            <ac:spMk id="3" creationId="{F1E4FFBF-EFA3-704B-C0C2-26087E96C46A}"/>
          </ac:spMkLst>
        </pc:spChg>
        <pc:spChg chg="add mod">
          <ac:chgData name="Sahin Cihan" userId="57138f4f-3f84-4d7f-bbba-e54f0ffddd2e" providerId="ADAL" clId="{1AE38610-CC52-4FF0-93B9-AF1440FE1D40}" dt="2025-09-23T06:36:50.674" v="106" actId="26606"/>
          <ac:spMkLst>
            <pc:docMk/>
            <pc:sldMk cId="1253659073" sldId="264"/>
            <ac:spMk id="4" creationId="{95DD7BAA-1328-F36F-6202-AE915CF1FA1B}"/>
          </ac:spMkLst>
        </pc:spChg>
        <pc:spChg chg="add del">
          <ac:chgData name="Sahin Cihan" userId="57138f4f-3f84-4d7f-bbba-e54f0ffddd2e" providerId="ADAL" clId="{1AE38610-CC52-4FF0-93B9-AF1440FE1D40}" dt="2025-09-23T06:36:50.674" v="106" actId="26606"/>
          <ac:spMkLst>
            <pc:docMk/>
            <pc:sldMk cId="1253659073" sldId="264"/>
            <ac:spMk id="11" creationId="{245A9F99-D9B1-4094-A2E2-B90AC1DB7B9C}"/>
          </ac:spMkLst>
        </pc:spChg>
        <pc:spChg chg="add del">
          <ac:chgData name="Sahin Cihan" userId="57138f4f-3f84-4d7f-bbba-e54f0ffddd2e" providerId="ADAL" clId="{1AE38610-CC52-4FF0-93B9-AF1440FE1D40}" dt="2025-09-23T06:36:50.674" v="106" actId="26606"/>
          <ac:spMkLst>
            <pc:docMk/>
            <pc:sldMk cId="1253659073" sldId="264"/>
            <ac:spMk id="13" creationId="{B7FAF607-473A-4A43-A23D-BBFF5C4117BB}"/>
          </ac:spMkLst>
        </pc:spChg>
        <pc:spChg chg="add">
          <ac:chgData name="Sahin Cihan" userId="57138f4f-3f84-4d7f-bbba-e54f0ffddd2e" providerId="ADAL" clId="{1AE38610-CC52-4FF0-93B9-AF1440FE1D40}" dt="2025-09-23T06:36:50.674" v="106" actId="26606"/>
          <ac:spMkLst>
            <pc:docMk/>
            <pc:sldMk cId="1253659073" sldId="264"/>
            <ac:spMk id="23" creationId="{B95B9BA8-1D69-4796-85F5-B6D0BD52354B}"/>
          </ac:spMkLst>
        </pc:spChg>
        <pc:grpChg chg="add del">
          <ac:chgData name="Sahin Cihan" userId="57138f4f-3f84-4d7f-bbba-e54f0ffddd2e" providerId="ADAL" clId="{1AE38610-CC52-4FF0-93B9-AF1440FE1D40}" dt="2025-09-23T06:36:50.674" v="106" actId="26606"/>
          <ac:grpSpMkLst>
            <pc:docMk/>
            <pc:sldMk cId="1253659073" sldId="264"/>
            <ac:grpSpMk id="15" creationId="{C5F6476F-D303-44D3-B30F-1BA348F0F64A}"/>
          </ac:grpSpMkLst>
        </pc:grpChg>
        <pc:grpChg chg="add">
          <ac:chgData name="Sahin Cihan" userId="57138f4f-3f84-4d7f-bbba-e54f0ffddd2e" providerId="ADAL" clId="{1AE38610-CC52-4FF0-93B9-AF1440FE1D40}" dt="2025-09-23T06:36:50.674" v="106" actId="26606"/>
          <ac:grpSpMkLst>
            <pc:docMk/>
            <pc:sldMk cId="1253659073" sldId="264"/>
            <ac:grpSpMk id="25" creationId="{D44E3F87-3D58-4B03-86B2-15A5C5B9C964}"/>
          </ac:grpSpMkLst>
        </pc:grpChg>
        <pc:picChg chg="add mod ord">
          <ac:chgData name="Sahin Cihan" userId="57138f4f-3f84-4d7f-bbba-e54f0ffddd2e" providerId="ADAL" clId="{1AE38610-CC52-4FF0-93B9-AF1440FE1D40}" dt="2025-09-23T06:36:50.674" v="106" actId="26606"/>
          <ac:picMkLst>
            <pc:docMk/>
            <pc:sldMk cId="1253659073" sldId="264"/>
            <ac:picMk id="8" creationId="{3CF79C13-817F-BC14-A61B-1237EDBE55D5}"/>
          </ac:picMkLst>
        </pc:picChg>
      </pc:sldChg>
      <pc:sldChg chg="addSp delSp modSp new mod modTransition setBg">
        <pc:chgData name="Sahin Cihan" userId="57138f4f-3f84-4d7f-bbba-e54f0ffddd2e" providerId="ADAL" clId="{1AE38610-CC52-4FF0-93B9-AF1440FE1D40}" dt="2025-09-23T06:39:29.154" v="157"/>
        <pc:sldMkLst>
          <pc:docMk/>
          <pc:sldMk cId="3990396889" sldId="265"/>
        </pc:sldMkLst>
        <pc:spChg chg="mod">
          <ac:chgData name="Sahin Cihan" userId="57138f4f-3f84-4d7f-bbba-e54f0ffddd2e" providerId="ADAL" clId="{1AE38610-CC52-4FF0-93B9-AF1440FE1D40}" dt="2025-09-23T06:36:54.145" v="107" actId="26606"/>
          <ac:spMkLst>
            <pc:docMk/>
            <pc:sldMk cId="3990396889" sldId="265"/>
            <ac:spMk id="2" creationId="{36591750-C400-1AA1-B0DD-CB9BA7AF0623}"/>
          </ac:spMkLst>
        </pc:spChg>
        <pc:spChg chg="mod">
          <ac:chgData name="Sahin Cihan" userId="57138f4f-3f84-4d7f-bbba-e54f0ffddd2e" providerId="ADAL" clId="{1AE38610-CC52-4FF0-93B9-AF1440FE1D40}" dt="2025-09-23T06:36:54.145" v="107" actId="26606"/>
          <ac:spMkLst>
            <pc:docMk/>
            <pc:sldMk cId="3990396889" sldId="265"/>
            <ac:spMk id="3" creationId="{3003CE0E-3397-B58C-9DAE-A00ACEF1F18B}"/>
          </ac:spMkLst>
        </pc:spChg>
        <pc:spChg chg="add del">
          <ac:chgData name="Sahin Cihan" userId="57138f4f-3f84-4d7f-bbba-e54f0ffddd2e" providerId="ADAL" clId="{1AE38610-CC52-4FF0-93B9-AF1440FE1D40}" dt="2025-09-23T06:36:54.145" v="107" actId="26606"/>
          <ac:spMkLst>
            <pc:docMk/>
            <pc:sldMk cId="3990396889" sldId="265"/>
            <ac:spMk id="10" creationId="{245A9F99-D9B1-4094-A2E2-B90AC1DB7B9C}"/>
          </ac:spMkLst>
        </pc:spChg>
        <pc:spChg chg="add del">
          <ac:chgData name="Sahin Cihan" userId="57138f4f-3f84-4d7f-bbba-e54f0ffddd2e" providerId="ADAL" clId="{1AE38610-CC52-4FF0-93B9-AF1440FE1D40}" dt="2025-09-23T06:36:54.145" v="107" actId="26606"/>
          <ac:spMkLst>
            <pc:docMk/>
            <pc:sldMk cId="3990396889" sldId="265"/>
            <ac:spMk id="12" creationId="{B7FAF607-473A-4A43-A23D-BBFF5C4117BB}"/>
          </ac:spMkLst>
        </pc:spChg>
        <pc:spChg chg="add">
          <ac:chgData name="Sahin Cihan" userId="57138f4f-3f84-4d7f-bbba-e54f0ffddd2e" providerId="ADAL" clId="{1AE38610-CC52-4FF0-93B9-AF1440FE1D40}" dt="2025-09-23T06:36:54.145" v="107" actId="26606"/>
          <ac:spMkLst>
            <pc:docMk/>
            <pc:sldMk cId="3990396889" sldId="265"/>
            <ac:spMk id="22" creationId="{B95B9BA8-1D69-4796-85F5-B6D0BD52354B}"/>
          </ac:spMkLst>
        </pc:spChg>
        <pc:grpChg chg="add del">
          <ac:chgData name="Sahin Cihan" userId="57138f4f-3f84-4d7f-bbba-e54f0ffddd2e" providerId="ADAL" clId="{1AE38610-CC52-4FF0-93B9-AF1440FE1D40}" dt="2025-09-23T06:36:54.145" v="107" actId="26606"/>
          <ac:grpSpMkLst>
            <pc:docMk/>
            <pc:sldMk cId="3990396889" sldId="265"/>
            <ac:grpSpMk id="14" creationId="{C5F6476F-D303-44D3-B30F-1BA348F0F64A}"/>
          </ac:grpSpMkLst>
        </pc:grpChg>
        <pc:grpChg chg="add">
          <ac:chgData name="Sahin Cihan" userId="57138f4f-3f84-4d7f-bbba-e54f0ffddd2e" providerId="ADAL" clId="{1AE38610-CC52-4FF0-93B9-AF1440FE1D40}" dt="2025-09-23T06:36:54.145" v="107" actId="26606"/>
          <ac:grpSpMkLst>
            <pc:docMk/>
            <pc:sldMk cId="3990396889" sldId="265"/>
            <ac:grpSpMk id="24" creationId="{D44E3F87-3D58-4B03-86B2-15A5C5B9C964}"/>
          </ac:grpSpMkLst>
        </pc:grpChg>
        <pc:picChg chg="add mod ord">
          <ac:chgData name="Sahin Cihan" userId="57138f4f-3f84-4d7f-bbba-e54f0ffddd2e" providerId="ADAL" clId="{1AE38610-CC52-4FF0-93B9-AF1440FE1D40}" dt="2025-09-23T06:36:54.145" v="107" actId="26606"/>
          <ac:picMkLst>
            <pc:docMk/>
            <pc:sldMk cId="3990396889" sldId="265"/>
            <ac:picMk id="7" creationId="{8826558A-50B2-C700-2179-F59F8A12BBCA}"/>
          </ac:picMkLst>
        </pc:picChg>
      </pc:sldChg>
      <pc:sldChg chg="addSp delSp modSp new mod modTransition setBg">
        <pc:chgData name="Sahin Cihan" userId="57138f4f-3f84-4d7f-bbba-e54f0ffddd2e" providerId="ADAL" clId="{1AE38610-CC52-4FF0-93B9-AF1440FE1D40}" dt="2025-09-23T06:39:31.165" v="158"/>
        <pc:sldMkLst>
          <pc:docMk/>
          <pc:sldMk cId="3046240211" sldId="266"/>
        </pc:sldMkLst>
        <pc:spChg chg="mod">
          <ac:chgData name="Sahin Cihan" userId="57138f4f-3f84-4d7f-bbba-e54f0ffddd2e" providerId="ADAL" clId="{1AE38610-CC52-4FF0-93B9-AF1440FE1D40}" dt="2025-09-23T06:36:57.945" v="108" actId="26606"/>
          <ac:spMkLst>
            <pc:docMk/>
            <pc:sldMk cId="3046240211" sldId="266"/>
            <ac:spMk id="2" creationId="{0BEF6C97-B5AB-3798-9643-08036E8FE4A9}"/>
          </ac:spMkLst>
        </pc:spChg>
        <pc:spChg chg="del">
          <ac:chgData name="Sahin Cihan" userId="57138f4f-3f84-4d7f-bbba-e54f0ffddd2e" providerId="ADAL" clId="{1AE38610-CC52-4FF0-93B9-AF1440FE1D40}" dt="2025-09-23T06:10:49.379" v="65"/>
          <ac:spMkLst>
            <pc:docMk/>
            <pc:sldMk cId="3046240211" sldId="266"/>
            <ac:spMk id="3" creationId="{E815FF33-2B19-FB14-2276-CB3C886BD62B}"/>
          </ac:spMkLst>
        </pc:spChg>
        <pc:spChg chg="add mod">
          <ac:chgData name="Sahin Cihan" userId="57138f4f-3f84-4d7f-bbba-e54f0ffddd2e" providerId="ADAL" clId="{1AE38610-CC52-4FF0-93B9-AF1440FE1D40}" dt="2025-09-23T06:36:57.945" v="108" actId="26606"/>
          <ac:spMkLst>
            <pc:docMk/>
            <pc:sldMk cId="3046240211" sldId="266"/>
            <ac:spMk id="4" creationId="{EDC2FECD-26AC-C830-A5AC-35F03CF57315}"/>
          </ac:spMkLst>
        </pc:spChg>
        <pc:spChg chg="add del">
          <ac:chgData name="Sahin Cihan" userId="57138f4f-3f84-4d7f-bbba-e54f0ffddd2e" providerId="ADAL" clId="{1AE38610-CC52-4FF0-93B9-AF1440FE1D40}" dt="2025-09-23T06:36:57.945" v="108" actId="26606"/>
          <ac:spMkLst>
            <pc:docMk/>
            <pc:sldMk cId="3046240211" sldId="266"/>
            <ac:spMk id="11" creationId="{245A9F99-D9B1-4094-A2E2-B90AC1DB7B9C}"/>
          </ac:spMkLst>
        </pc:spChg>
        <pc:spChg chg="add del">
          <ac:chgData name="Sahin Cihan" userId="57138f4f-3f84-4d7f-bbba-e54f0ffddd2e" providerId="ADAL" clId="{1AE38610-CC52-4FF0-93B9-AF1440FE1D40}" dt="2025-09-23T06:36:57.945" v="108" actId="26606"/>
          <ac:spMkLst>
            <pc:docMk/>
            <pc:sldMk cId="3046240211" sldId="266"/>
            <ac:spMk id="13" creationId="{B7FAF607-473A-4A43-A23D-BBFF5C4117BB}"/>
          </ac:spMkLst>
        </pc:spChg>
        <pc:spChg chg="add">
          <ac:chgData name="Sahin Cihan" userId="57138f4f-3f84-4d7f-bbba-e54f0ffddd2e" providerId="ADAL" clId="{1AE38610-CC52-4FF0-93B9-AF1440FE1D40}" dt="2025-09-23T06:36:57.945" v="108" actId="26606"/>
          <ac:spMkLst>
            <pc:docMk/>
            <pc:sldMk cId="3046240211" sldId="266"/>
            <ac:spMk id="23" creationId="{B95B9BA8-1D69-4796-85F5-B6D0BD52354B}"/>
          </ac:spMkLst>
        </pc:spChg>
        <pc:grpChg chg="add del">
          <ac:chgData name="Sahin Cihan" userId="57138f4f-3f84-4d7f-bbba-e54f0ffddd2e" providerId="ADAL" clId="{1AE38610-CC52-4FF0-93B9-AF1440FE1D40}" dt="2025-09-23T06:36:57.945" v="108" actId="26606"/>
          <ac:grpSpMkLst>
            <pc:docMk/>
            <pc:sldMk cId="3046240211" sldId="266"/>
            <ac:grpSpMk id="15" creationId="{C5F6476F-D303-44D3-B30F-1BA348F0F64A}"/>
          </ac:grpSpMkLst>
        </pc:grpChg>
        <pc:grpChg chg="add">
          <ac:chgData name="Sahin Cihan" userId="57138f4f-3f84-4d7f-bbba-e54f0ffddd2e" providerId="ADAL" clId="{1AE38610-CC52-4FF0-93B9-AF1440FE1D40}" dt="2025-09-23T06:36:57.945" v="108" actId="26606"/>
          <ac:grpSpMkLst>
            <pc:docMk/>
            <pc:sldMk cId="3046240211" sldId="266"/>
            <ac:grpSpMk id="25" creationId="{D44E3F87-3D58-4B03-86B2-15A5C5B9C964}"/>
          </ac:grpSpMkLst>
        </pc:grpChg>
        <pc:picChg chg="add mod ord">
          <ac:chgData name="Sahin Cihan" userId="57138f4f-3f84-4d7f-bbba-e54f0ffddd2e" providerId="ADAL" clId="{1AE38610-CC52-4FF0-93B9-AF1440FE1D40}" dt="2025-09-23T06:36:57.945" v="108" actId="26606"/>
          <ac:picMkLst>
            <pc:docMk/>
            <pc:sldMk cId="3046240211" sldId="266"/>
            <ac:picMk id="8" creationId="{15CB632A-3008-2C32-7EF3-1C59718C96E5}"/>
          </ac:picMkLst>
        </pc:picChg>
      </pc:sldChg>
      <pc:sldChg chg="addSp delSp modSp new mod modTransition setBg setClrOvrMap">
        <pc:chgData name="Sahin Cihan" userId="57138f4f-3f84-4d7f-bbba-e54f0ffddd2e" providerId="ADAL" clId="{1AE38610-CC52-4FF0-93B9-AF1440FE1D40}" dt="2025-09-23T06:39:33.333" v="159"/>
        <pc:sldMkLst>
          <pc:docMk/>
          <pc:sldMk cId="3540969769" sldId="267"/>
        </pc:sldMkLst>
        <pc:spChg chg="mod">
          <ac:chgData name="Sahin Cihan" userId="57138f4f-3f84-4d7f-bbba-e54f0ffddd2e" providerId="ADAL" clId="{1AE38610-CC52-4FF0-93B9-AF1440FE1D40}" dt="2025-09-23T06:38:13.291" v="151" actId="26606"/>
          <ac:spMkLst>
            <pc:docMk/>
            <pc:sldMk cId="3540969769" sldId="267"/>
            <ac:spMk id="2" creationId="{9A945AD3-CFE9-1137-D466-AA6399EBA1AA}"/>
          </ac:spMkLst>
        </pc:spChg>
        <pc:spChg chg="del">
          <ac:chgData name="Sahin Cihan" userId="57138f4f-3f84-4d7f-bbba-e54f0ffddd2e" providerId="ADAL" clId="{1AE38610-CC52-4FF0-93B9-AF1440FE1D40}" dt="2025-09-23T06:37:17.262" v="140" actId="478"/>
          <ac:spMkLst>
            <pc:docMk/>
            <pc:sldMk cId="3540969769" sldId="267"/>
            <ac:spMk id="3" creationId="{54663E31-45C7-6978-BB70-8C088419FB32}"/>
          </ac:spMkLst>
        </pc:spChg>
        <pc:spChg chg="add del">
          <ac:chgData name="Sahin Cihan" userId="57138f4f-3f84-4d7f-bbba-e54f0ffddd2e" providerId="ADAL" clId="{1AE38610-CC52-4FF0-93B9-AF1440FE1D40}" dt="2025-09-23T06:37:22.929" v="142" actId="26606"/>
          <ac:spMkLst>
            <pc:docMk/>
            <pc:sldMk cId="3540969769" sldId="267"/>
            <ac:spMk id="7" creationId="{C7FAE6E8-1D9E-4905-AAFE-978D331822BA}"/>
          </ac:spMkLst>
        </pc:spChg>
        <pc:spChg chg="add del">
          <ac:chgData name="Sahin Cihan" userId="57138f4f-3f84-4d7f-bbba-e54f0ffddd2e" providerId="ADAL" clId="{1AE38610-CC52-4FF0-93B9-AF1440FE1D40}" dt="2025-09-23T06:38:13.291" v="151" actId="26606"/>
          <ac:spMkLst>
            <pc:docMk/>
            <pc:sldMk cId="3540969769" sldId="267"/>
            <ac:spMk id="13" creationId="{66B332A4-D438-4773-A77F-5ED49A448D9D}"/>
          </ac:spMkLst>
        </pc:spChg>
        <pc:spChg chg="add del">
          <ac:chgData name="Sahin Cihan" userId="57138f4f-3f84-4d7f-bbba-e54f0ffddd2e" providerId="ADAL" clId="{1AE38610-CC52-4FF0-93B9-AF1440FE1D40}" dt="2025-09-23T06:38:13.291" v="151" actId="26606"/>
          <ac:spMkLst>
            <pc:docMk/>
            <pc:sldMk cId="3540969769" sldId="267"/>
            <ac:spMk id="14" creationId="{DF9AD32D-FF05-44F4-BD4D-9CEE89B71EB9}"/>
          </ac:spMkLst>
        </pc:spChg>
        <pc:grpChg chg="add del">
          <ac:chgData name="Sahin Cihan" userId="57138f4f-3f84-4d7f-bbba-e54f0ffddd2e" providerId="ADAL" clId="{1AE38610-CC52-4FF0-93B9-AF1440FE1D40}" dt="2025-09-23T06:37:22.929" v="142" actId="26606"/>
          <ac:grpSpMkLst>
            <pc:docMk/>
            <pc:sldMk cId="3540969769" sldId="267"/>
            <ac:grpSpMk id="9" creationId="{5F9D1CBF-A219-4C01-85A0-9DF6151EE270}"/>
          </ac:grpSpMkLst>
        </pc:gr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DEAF5D-54CB-4A55-8E8B-9A430FDBC7F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663F205-A14B-4CBF-8FDA-58BA19A93D1F}">
      <dgm:prSet/>
      <dgm:spPr/>
      <dgm:t>
        <a:bodyPr/>
        <a:lstStyle/>
        <a:p>
          <a:r>
            <a:rPr lang="de-DE" b="0" i="0" baseline="0"/>
            <a:t>Angriff auf die Demokratische Partei der USA (DNC)</a:t>
          </a:r>
          <a:endParaRPr lang="en-US"/>
        </a:p>
      </dgm:t>
    </dgm:pt>
    <dgm:pt modelId="{CE9CA04F-A959-4856-B9B2-34D7C6FA1AA3}" type="parTrans" cxnId="{16CAFC5D-12E5-4B4A-8FF0-136CDEF12515}">
      <dgm:prSet/>
      <dgm:spPr/>
      <dgm:t>
        <a:bodyPr/>
        <a:lstStyle/>
        <a:p>
          <a:endParaRPr lang="en-US"/>
        </a:p>
      </dgm:t>
    </dgm:pt>
    <dgm:pt modelId="{65A2D9A3-DF68-4A88-8E3E-2BAE76A89D12}" type="sibTrans" cxnId="{16CAFC5D-12E5-4B4A-8FF0-136CDEF12515}">
      <dgm:prSet/>
      <dgm:spPr/>
      <dgm:t>
        <a:bodyPr/>
        <a:lstStyle/>
        <a:p>
          <a:endParaRPr lang="en-US"/>
        </a:p>
      </dgm:t>
    </dgm:pt>
    <dgm:pt modelId="{23BD1B7E-6C6F-4708-82B0-02A3C1CC62A7}">
      <dgm:prSet/>
      <dgm:spPr/>
      <dgm:t>
        <a:bodyPr/>
        <a:lstStyle/>
        <a:p>
          <a:r>
            <a:rPr lang="de-DE" b="0" i="0" baseline="0" dirty="0"/>
            <a:t>Jahr: 2016, mitten im US-Wahlkampf</a:t>
          </a:r>
          <a:endParaRPr lang="en-US" dirty="0"/>
        </a:p>
      </dgm:t>
    </dgm:pt>
    <dgm:pt modelId="{C4BA860C-96F7-4F10-8BCA-9B39397B359E}" type="parTrans" cxnId="{93E0CD59-BC9D-4660-84AB-10D6F314B372}">
      <dgm:prSet/>
      <dgm:spPr/>
      <dgm:t>
        <a:bodyPr/>
        <a:lstStyle/>
        <a:p>
          <a:endParaRPr lang="en-US"/>
        </a:p>
      </dgm:t>
    </dgm:pt>
    <dgm:pt modelId="{5EBAE7EB-26DA-4993-9DFC-AA68F59B37E0}" type="sibTrans" cxnId="{93E0CD59-BC9D-4660-84AB-10D6F314B372}">
      <dgm:prSet/>
      <dgm:spPr/>
      <dgm:t>
        <a:bodyPr/>
        <a:lstStyle/>
        <a:p>
          <a:endParaRPr lang="en-US"/>
        </a:p>
      </dgm:t>
    </dgm:pt>
    <dgm:pt modelId="{99C31A8F-4DC9-4985-AEFD-E4CB677880E2}">
      <dgm:prSet/>
      <dgm:spPr/>
      <dgm:t>
        <a:bodyPr/>
        <a:lstStyle/>
        <a:p>
          <a:r>
            <a:rPr lang="de-DE" b="0" i="0" baseline="0"/>
            <a:t>Hackergruppen: Fancy Bear und Cozy Bear</a:t>
          </a:r>
          <a:endParaRPr lang="en-US"/>
        </a:p>
      </dgm:t>
    </dgm:pt>
    <dgm:pt modelId="{778C69BF-D86C-4E76-8601-373F7234B24D}" type="parTrans" cxnId="{F76276E8-A909-449C-851C-0740E330DF62}">
      <dgm:prSet/>
      <dgm:spPr/>
      <dgm:t>
        <a:bodyPr/>
        <a:lstStyle/>
        <a:p>
          <a:endParaRPr lang="en-US"/>
        </a:p>
      </dgm:t>
    </dgm:pt>
    <dgm:pt modelId="{B5F59AB8-1B64-473E-9B37-565D959C7631}" type="sibTrans" cxnId="{F76276E8-A909-449C-851C-0740E330DF62}">
      <dgm:prSet/>
      <dgm:spPr/>
      <dgm:t>
        <a:bodyPr/>
        <a:lstStyle/>
        <a:p>
          <a:endParaRPr lang="en-US"/>
        </a:p>
      </dgm:t>
    </dgm:pt>
    <dgm:pt modelId="{14A55BC3-9A2E-4E42-A00F-26E725BB96C2}">
      <dgm:prSet/>
      <dgm:spPr/>
      <dgm:t>
        <a:bodyPr/>
        <a:lstStyle/>
        <a:p>
          <a:r>
            <a:rPr lang="de-DE" b="0" i="0" baseline="0"/>
            <a:t>Ziel: Veröffentlichung interner E-Mails und Dokumente</a:t>
          </a:r>
          <a:endParaRPr lang="en-US"/>
        </a:p>
      </dgm:t>
    </dgm:pt>
    <dgm:pt modelId="{0EFFE2C5-DAB9-4268-AEE3-D318677B7CC2}" type="parTrans" cxnId="{55A7EA57-3B28-4728-9587-1F3D66EDDE62}">
      <dgm:prSet/>
      <dgm:spPr/>
      <dgm:t>
        <a:bodyPr/>
        <a:lstStyle/>
        <a:p>
          <a:endParaRPr lang="en-US"/>
        </a:p>
      </dgm:t>
    </dgm:pt>
    <dgm:pt modelId="{8DCB3DD1-1E2F-4415-B77B-FB880E906645}" type="sibTrans" cxnId="{55A7EA57-3B28-4728-9587-1F3D66EDDE62}">
      <dgm:prSet/>
      <dgm:spPr/>
      <dgm:t>
        <a:bodyPr/>
        <a:lstStyle/>
        <a:p>
          <a:endParaRPr lang="en-US"/>
        </a:p>
      </dgm:t>
    </dgm:pt>
    <dgm:pt modelId="{C2C76129-50C5-4A69-A29F-E8C705EAB8CA}" type="pres">
      <dgm:prSet presAssocID="{81DEAF5D-54CB-4A55-8E8B-9A430FDBC7F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964292C-76C1-4E4E-B8B1-54AA78258509}" type="pres">
      <dgm:prSet presAssocID="{3663F205-A14B-4CBF-8FDA-58BA19A93D1F}" presName="hierRoot1" presStyleCnt="0"/>
      <dgm:spPr/>
    </dgm:pt>
    <dgm:pt modelId="{2867DCF4-228F-403C-A477-CFBE606B09F3}" type="pres">
      <dgm:prSet presAssocID="{3663F205-A14B-4CBF-8FDA-58BA19A93D1F}" presName="composite" presStyleCnt="0"/>
      <dgm:spPr/>
    </dgm:pt>
    <dgm:pt modelId="{13E2BBD1-537B-4CDA-9221-155DAB4E2184}" type="pres">
      <dgm:prSet presAssocID="{3663F205-A14B-4CBF-8FDA-58BA19A93D1F}" presName="background" presStyleLbl="node0" presStyleIdx="0" presStyleCnt="4"/>
      <dgm:spPr/>
    </dgm:pt>
    <dgm:pt modelId="{3D3FB989-2739-4FD1-A34F-FAB29E139F75}" type="pres">
      <dgm:prSet presAssocID="{3663F205-A14B-4CBF-8FDA-58BA19A93D1F}" presName="text" presStyleLbl="fgAcc0" presStyleIdx="0" presStyleCnt="4">
        <dgm:presLayoutVars>
          <dgm:chPref val="3"/>
        </dgm:presLayoutVars>
      </dgm:prSet>
      <dgm:spPr/>
    </dgm:pt>
    <dgm:pt modelId="{AC4038C3-9E1B-4BAC-B3A0-49CD76C9151D}" type="pres">
      <dgm:prSet presAssocID="{3663F205-A14B-4CBF-8FDA-58BA19A93D1F}" presName="hierChild2" presStyleCnt="0"/>
      <dgm:spPr/>
    </dgm:pt>
    <dgm:pt modelId="{59BD54DE-C6DB-45BF-9FFC-A8297F03478C}" type="pres">
      <dgm:prSet presAssocID="{23BD1B7E-6C6F-4708-82B0-02A3C1CC62A7}" presName="hierRoot1" presStyleCnt="0"/>
      <dgm:spPr/>
    </dgm:pt>
    <dgm:pt modelId="{C5604C5A-4067-4CBE-8F2F-EF4EDB3BCC9D}" type="pres">
      <dgm:prSet presAssocID="{23BD1B7E-6C6F-4708-82B0-02A3C1CC62A7}" presName="composite" presStyleCnt="0"/>
      <dgm:spPr/>
    </dgm:pt>
    <dgm:pt modelId="{F926A32B-DD47-428C-AC8A-1AF622741897}" type="pres">
      <dgm:prSet presAssocID="{23BD1B7E-6C6F-4708-82B0-02A3C1CC62A7}" presName="background" presStyleLbl="node0" presStyleIdx="1" presStyleCnt="4"/>
      <dgm:spPr/>
    </dgm:pt>
    <dgm:pt modelId="{E3DF28B2-F596-41A3-9ABD-95F2C6276F2B}" type="pres">
      <dgm:prSet presAssocID="{23BD1B7E-6C6F-4708-82B0-02A3C1CC62A7}" presName="text" presStyleLbl="fgAcc0" presStyleIdx="1" presStyleCnt="4">
        <dgm:presLayoutVars>
          <dgm:chPref val="3"/>
        </dgm:presLayoutVars>
      </dgm:prSet>
      <dgm:spPr/>
    </dgm:pt>
    <dgm:pt modelId="{2E252388-6D25-434D-8B55-758E6C818D9D}" type="pres">
      <dgm:prSet presAssocID="{23BD1B7E-6C6F-4708-82B0-02A3C1CC62A7}" presName="hierChild2" presStyleCnt="0"/>
      <dgm:spPr/>
    </dgm:pt>
    <dgm:pt modelId="{F246C3AB-2BF5-41DD-BFF0-476A71CBCE35}" type="pres">
      <dgm:prSet presAssocID="{99C31A8F-4DC9-4985-AEFD-E4CB677880E2}" presName="hierRoot1" presStyleCnt="0"/>
      <dgm:spPr/>
    </dgm:pt>
    <dgm:pt modelId="{CB284F58-6317-4BAD-9BBE-633A4239904E}" type="pres">
      <dgm:prSet presAssocID="{99C31A8F-4DC9-4985-AEFD-E4CB677880E2}" presName="composite" presStyleCnt="0"/>
      <dgm:spPr/>
    </dgm:pt>
    <dgm:pt modelId="{DE7F1107-7E44-4A3F-8966-481093A22229}" type="pres">
      <dgm:prSet presAssocID="{99C31A8F-4DC9-4985-AEFD-E4CB677880E2}" presName="background" presStyleLbl="node0" presStyleIdx="2" presStyleCnt="4"/>
      <dgm:spPr/>
    </dgm:pt>
    <dgm:pt modelId="{7C118973-3831-4C23-AB09-543068AB3D2D}" type="pres">
      <dgm:prSet presAssocID="{99C31A8F-4DC9-4985-AEFD-E4CB677880E2}" presName="text" presStyleLbl="fgAcc0" presStyleIdx="2" presStyleCnt="4">
        <dgm:presLayoutVars>
          <dgm:chPref val="3"/>
        </dgm:presLayoutVars>
      </dgm:prSet>
      <dgm:spPr/>
    </dgm:pt>
    <dgm:pt modelId="{3ABDF5B3-949C-464D-A701-4283CA086CE2}" type="pres">
      <dgm:prSet presAssocID="{99C31A8F-4DC9-4985-AEFD-E4CB677880E2}" presName="hierChild2" presStyleCnt="0"/>
      <dgm:spPr/>
    </dgm:pt>
    <dgm:pt modelId="{77A63412-EDC0-4BB4-9A90-6FDE4BE178AD}" type="pres">
      <dgm:prSet presAssocID="{14A55BC3-9A2E-4E42-A00F-26E725BB96C2}" presName="hierRoot1" presStyleCnt="0"/>
      <dgm:spPr/>
    </dgm:pt>
    <dgm:pt modelId="{C109D2E3-D20E-49BC-AEAE-4D0F60D54146}" type="pres">
      <dgm:prSet presAssocID="{14A55BC3-9A2E-4E42-A00F-26E725BB96C2}" presName="composite" presStyleCnt="0"/>
      <dgm:spPr/>
    </dgm:pt>
    <dgm:pt modelId="{BDDC19BC-DDF2-407B-B4A4-B481596299E5}" type="pres">
      <dgm:prSet presAssocID="{14A55BC3-9A2E-4E42-A00F-26E725BB96C2}" presName="background" presStyleLbl="node0" presStyleIdx="3" presStyleCnt="4"/>
      <dgm:spPr/>
    </dgm:pt>
    <dgm:pt modelId="{74B5C356-0594-4DA8-BE3E-3D611B7B1BEE}" type="pres">
      <dgm:prSet presAssocID="{14A55BC3-9A2E-4E42-A00F-26E725BB96C2}" presName="text" presStyleLbl="fgAcc0" presStyleIdx="3" presStyleCnt="4">
        <dgm:presLayoutVars>
          <dgm:chPref val="3"/>
        </dgm:presLayoutVars>
      </dgm:prSet>
      <dgm:spPr/>
    </dgm:pt>
    <dgm:pt modelId="{9E0EA31A-98BB-44BE-BC10-E0D1CDC02955}" type="pres">
      <dgm:prSet presAssocID="{14A55BC3-9A2E-4E42-A00F-26E725BB96C2}" presName="hierChild2" presStyleCnt="0"/>
      <dgm:spPr/>
    </dgm:pt>
  </dgm:ptLst>
  <dgm:cxnLst>
    <dgm:cxn modelId="{BBC81612-866E-41D7-80AB-8A21E7C62358}" type="presOf" srcId="{23BD1B7E-6C6F-4708-82B0-02A3C1CC62A7}" destId="{E3DF28B2-F596-41A3-9ABD-95F2C6276F2B}" srcOrd="0" destOrd="0" presId="urn:microsoft.com/office/officeart/2005/8/layout/hierarchy1"/>
    <dgm:cxn modelId="{16CAFC5D-12E5-4B4A-8FF0-136CDEF12515}" srcId="{81DEAF5D-54CB-4A55-8E8B-9A430FDBC7F8}" destId="{3663F205-A14B-4CBF-8FDA-58BA19A93D1F}" srcOrd="0" destOrd="0" parTransId="{CE9CA04F-A959-4856-B9B2-34D7C6FA1AA3}" sibTransId="{65A2D9A3-DF68-4A88-8E3E-2BAE76A89D12}"/>
    <dgm:cxn modelId="{48CE5E62-42A6-4805-8F71-44D82CB8F0D2}" type="presOf" srcId="{81DEAF5D-54CB-4A55-8E8B-9A430FDBC7F8}" destId="{C2C76129-50C5-4A69-A29F-E8C705EAB8CA}" srcOrd="0" destOrd="0" presId="urn:microsoft.com/office/officeart/2005/8/layout/hierarchy1"/>
    <dgm:cxn modelId="{55A7EA57-3B28-4728-9587-1F3D66EDDE62}" srcId="{81DEAF5D-54CB-4A55-8E8B-9A430FDBC7F8}" destId="{14A55BC3-9A2E-4E42-A00F-26E725BB96C2}" srcOrd="3" destOrd="0" parTransId="{0EFFE2C5-DAB9-4268-AEE3-D318677B7CC2}" sibTransId="{8DCB3DD1-1E2F-4415-B77B-FB880E906645}"/>
    <dgm:cxn modelId="{93E0CD59-BC9D-4660-84AB-10D6F314B372}" srcId="{81DEAF5D-54CB-4A55-8E8B-9A430FDBC7F8}" destId="{23BD1B7E-6C6F-4708-82B0-02A3C1CC62A7}" srcOrd="1" destOrd="0" parTransId="{C4BA860C-96F7-4F10-8BCA-9B39397B359E}" sibTransId="{5EBAE7EB-26DA-4993-9DFC-AA68F59B37E0}"/>
    <dgm:cxn modelId="{8152C99F-25F3-49EE-A1A0-A6EF96EAAB4E}" type="presOf" srcId="{14A55BC3-9A2E-4E42-A00F-26E725BB96C2}" destId="{74B5C356-0594-4DA8-BE3E-3D611B7B1BEE}" srcOrd="0" destOrd="0" presId="urn:microsoft.com/office/officeart/2005/8/layout/hierarchy1"/>
    <dgm:cxn modelId="{FDD4FAD0-BC2B-4BCD-9AA9-7B136E878F10}" type="presOf" srcId="{99C31A8F-4DC9-4985-AEFD-E4CB677880E2}" destId="{7C118973-3831-4C23-AB09-543068AB3D2D}" srcOrd="0" destOrd="0" presId="urn:microsoft.com/office/officeart/2005/8/layout/hierarchy1"/>
    <dgm:cxn modelId="{BEA9ACDC-6DA0-49CA-81C1-DE860E8AB5F1}" type="presOf" srcId="{3663F205-A14B-4CBF-8FDA-58BA19A93D1F}" destId="{3D3FB989-2739-4FD1-A34F-FAB29E139F75}" srcOrd="0" destOrd="0" presId="urn:microsoft.com/office/officeart/2005/8/layout/hierarchy1"/>
    <dgm:cxn modelId="{F76276E8-A909-449C-851C-0740E330DF62}" srcId="{81DEAF5D-54CB-4A55-8E8B-9A430FDBC7F8}" destId="{99C31A8F-4DC9-4985-AEFD-E4CB677880E2}" srcOrd="2" destOrd="0" parTransId="{778C69BF-D86C-4E76-8601-373F7234B24D}" sibTransId="{B5F59AB8-1B64-473E-9B37-565D959C7631}"/>
    <dgm:cxn modelId="{D36E8DA6-894F-45C0-B9BB-4209E4381D24}" type="presParOf" srcId="{C2C76129-50C5-4A69-A29F-E8C705EAB8CA}" destId="{E964292C-76C1-4E4E-B8B1-54AA78258509}" srcOrd="0" destOrd="0" presId="urn:microsoft.com/office/officeart/2005/8/layout/hierarchy1"/>
    <dgm:cxn modelId="{E99ACFB6-C77D-4563-A1F1-1F6B3BEC9CAB}" type="presParOf" srcId="{E964292C-76C1-4E4E-B8B1-54AA78258509}" destId="{2867DCF4-228F-403C-A477-CFBE606B09F3}" srcOrd="0" destOrd="0" presId="urn:microsoft.com/office/officeart/2005/8/layout/hierarchy1"/>
    <dgm:cxn modelId="{365AEC9F-E5DC-4F37-8E74-CC244EAEB807}" type="presParOf" srcId="{2867DCF4-228F-403C-A477-CFBE606B09F3}" destId="{13E2BBD1-537B-4CDA-9221-155DAB4E2184}" srcOrd="0" destOrd="0" presId="urn:microsoft.com/office/officeart/2005/8/layout/hierarchy1"/>
    <dgm:cxn modelId="{8AF74DFF-33DC-4A18-87CB-CC41A8EFFBB9}" type="presParOf" srcId="{2867DCF4-228F-403C-A477-CFBE606B09F3}" destId="{3D3FB989-2739-4FD1-A34F-FAB29E139F75}" srcOrd="1" destOrd="0" presId="urn:microsoft.com/office/officeart/2005/8/layout/hierarchy1"/>
    <dgm:cxn modelId="{D4AF734A-21CC-4850-9CCB-DAB9CEE1AAB2}" type="presParOf" srcId="{E964292C-76C1-4E4E-B8B1-54AA78258509}" destId="{AC4038C3-9E1B-4BAC-B3A0-49CD76C9151D}" srcOrd="1" destOrd="0" presId="urn:microsoft.com/office/officeart/2005/8/layout/hierarchy1"/>
    <dgm:cxn modelId="{37388BCC-9C25-44E1-B911-8FA98A3EF035}" type="presParOf" srcId="{C2C76129-50C5-4A69-A29F-E8C705EAB8CA}" destId="{59BD54DE-C6DB-45BF-9FFC-A8297F03478C}" srcOrd="1" destOrd="0" presId="urn:microsoft.com/office/officeart/2005/8/layout/hierarchy1"/>
    <dgm:cxn modelId="{7E1D8054-F03D-4A80-A272-94D6423378EF}" type="presParOf" srcId="{59BD54DE-C6DB-45BF-9FFC-A8297F03478C}" destId="{C5604C5A-4067-4CBE-8F2F-EF4EDB3BCC9D}" srcOrd="0" destOrd="0" presId="urn:microsoft.com/office/officeart/2005/8/layout/hierarchy1"/>
    <dgm:cxn modelId="{27DA9582-D924-4735-979B-352BC9522836}" type="presParOf" srcId="{C5604C5A-4067-4CBE-8F2F-EF4EDB3BCC9D}" destId="{F926A32B-DD47-428C-AC8A-1AF622741897}" srcOrd="0" destOrd="0" presId="urn:microsoft.com/office/officeart/2005/8/layout/hierarchy1"/>
    <dgm:cxn modelId="{B520A352-3D42-4295-B1F9-1C9F4794E3F6}" type="presParOf" srcId="{C5604C5A-4067-4CBE-8F2F-EF4EDB3BCC9D}" destId="{E3DF28B2-F596-41A3-9ABD-95F2C6276F2B}" srcOrd="1" destOrd="0" presId="urn:microsoft.com/office/officeart/2005/8/layout/hierarchy1"/>
    <dgm:cxn modelId="{2674F24E-5695-4FA0-9A94-D823C3950F4B}" type="presParOf" srcId="{59BD54DE-C6DB-45BF-9FFC-A8297F03478C}" destId="{2E252388-6D25-434D-8B55-758E6C818D9D}" srcOrd="1" destOrd="0" presId="urn:microsoft.com/office/officeart/2005/8/layout/hierarchy1"/>
    <dgm:cxn modelId="{527E93B1-E1A1-4749-BF04-64E8D8A39FB0}" type="presParOf" srcId="{C2C76129-50C5-4A69-A29F-E8C705EAB8CA}" destId="{F246C3AB-2BF5-41DD-BFF0-476A71CBCE35}" srcOrd="2" destOrd="0" presId="urn:microsoft.com/office/officeart/2005/8/layout/hierarchy1"/>
    <dgm:cxn modelId="{6BEA14FF-C6A0-43C3-A9FC-9678EECAE740}" type="presParOf" srcId="{F246C3AB-2BF5-41DD-BFF0-476A71CBCE35}" destId="{CB284F58-6317-4BAD-9BBE-633A4239904E}" srcOrd="0" destOrd="0" presId="urn:microsoft.com/office/officeart/2005/8/layout/hierarchy1"/>
    <dgm:cxn modelId="{19A6EBEC-22AA-4FAB-8A57-2DD7A3729DC9}" type="presParOf" srcId="{CB284F58-6317-4BAD-9BBE-633A4239904E}" destId="{DE7F1107-7E44-4A3F-8966-481093A22229}" srcOrd="0" destOrd="0" presId="urn:microsoft.com/office/officeart/2005/8/layout/hierarchy1"/>
    <dgm:cxn modelId="{30317126-172B-43A8-9563-48CB785B02C6}" type="presParOf" srcId="{CB284F58-6317-4BAD-9BBE-633A4239904E}" destId="{7C118973-3831-4C23-AB09-543068AB3D2D}" srcOrd="1" destOrd="0" presId="urn:microsoft.com/office/officeart/2005/8/layout/hierarchy1"/>
    <dgm:cxn modelId="{30A104F9-D3D4-4A07-A534-E3B2B01BD37F}" type="presParOf" srcId="{F246C3AB-2BF5-41DD-BFF0-476A71CBCE35}" destId="{3ABDF5B3-949C-464D-A701-4283CA086CE2}" srcOrd="1" destOrd="0" presId="urn:microsoft.com/office/officeart/2005/8/layout/hierarchy1"/>
    <dgm:cxn modelId="{B95E6395-6622-405D-82B2-634DE16A6DB9}" type="presParOf" srcId="{C2C76129-50C5-4A69-A29F-E8C705EAB8CA}" destId="{77A63412-EDC0-4BB4-9A90-6FDE4BE178AD}" srcOrd="3" destOrd="0" presId="urn:microsoft.com/office/officeart/2005/8/layout/hierarchy1"/>
    <dgm:cxn modelId="{635F42D1-1310-43D0-82C8-19A3F1C38C56}" type="presParOf" srcId="{77A63412-EDC0-4BB4-9A90-6FDE4BE178AD}" destId="{C109D2E3-D20E-49BC-AEAE-4D0F60D54146}" srcOrd="0" destOrd="0" presId="urn:microsoft.com/office/officeart/2005/8/layout/hierarchy1"/>
    <dgm:cxn modelId="{BCB72A2A-2ADC-4941-9463-D190043DB896}" type="presParOf" srcId="{C109D2E3-D20E-49BC-AEAE-4D0F60D54146}" destId="{BDDC19BC-DDF2-407B-B4A4-B481596299E5}" srcOrd="0" destOrd="0" presId="urn:microsoft.com/office/officeart/2005/8/layout/hierarchy1"/>
    <dgm:cxn modelId="{9BFB20AE-3F49-4557-A79C-C41332E30A5B}" type="presParOf" srcId="{C109D2E3-D20E-49BC-AEAE-4D0F60D54146}" destId="{74B5C356-0594-4DA8-BE3E-3D611B7B1BEE}" srcOrd="1" destOrd="0" presId="urn:microsoft.com/office/officeart/2005/8/layout/hierarchy1"/>
    <dgm:cxn modelId="{B715C7F9-3BAC-4CA0-83DA-B6F3EE9E5C4C}" type="presParOf" srcId="{77A63412-EDC0-4BB4-9A90-6FDE4BE178AD}" destId="{9E0EA31A-98BB-44BE-BC10-E0D1CDC0295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E2BBD1-537B-4CDA-9221-155DAB4E2184}">
      <dsp:nvSpPr>
        <dsp:cNvPr id="0" name=""/>
        <dsp:cNvSpPr/>
      </dsp:nvSpPr>
      <dsp:spPr>
        <a:xfrm>
          <a:off x="3080" y="1361187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3FB989-2739-4FD1-A34F-FAB29E139F75}">
      <dsp:nvSpPr>
        <dsp:cNvPr id="0" name=""/>
        <dsp:cNvSpPr/>
      </dsp:nvSpPr>
      <dsp:spPr>
        <a:xfrm>
          <a:off x="247486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0" i="0" kern="1200" baseline="0"/>
            <a:t>Angriff auf die Demokratische Partei der USA (DNC)</a:t>
          </a:r>
          <a:endParaRPr lang="en-US" sz="2000" kern="1200"/>
        </a:p>
      </dsp:txBody>
      <dsp:txXfrm>
        <a:off x="288396" y="1634282"/>
        <a:ext cx="2117829" cy="1314957"/>
      </dsp:txXfrm>
    </dsp:sp>
    <dsp:sp modelId="{F926A32B-DD47-428C-AC8A-1AF622741897}">
      <dsp:nvSpPr>
        <dsp:cNvPr id="0" name=""/>
        <dsp:cNvSpPr/>
      </dsp:nvSpPr>
      <dsp:spPr>
        <a:xfrm>
          <a:off x="2691541" y="1361187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F28B2-F596-41A3-9ABD-95F2C6276F2B}">
      <dsp:nvSpPr>
        <dsp:cNvPr id="0" name=""/>
        <dsp:cNvSpPr/>
      </dsp:nvSpPr>
      <dsp:spPr>
        <a:xfrm>
          <a:off x="2935947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0" i="0" kern="1200" baseline="0" dirty="0"/>
            <a:t>Jahr: 2016, mitten im US-Wahlkampf</a:t>
          </a:r>
          <a:endParaRPr lang="en-US" sz="2000" kern="1200" dirty="0"/>
        </a:p>
      </dsp:txBody>
      <dsp:txXfrm>
        <a:off x="2976857" y="1634282"/>
        <a:ext cx="2117829" cy="1314957"/>
      </dsp:txXfrm>
    </dsp:sp>
    <dsp:sp modelId="{DE7F1107-7E44-4A3F-8966-481093A22229}">
      <dsp:nvSpPr>
        <dsp:cNvPr id="0" name=""/>
        <dsp:cNvSpPr/>
      </dsp:nvSpPr>
      <dsp:spPr>
        <a:xfrm>
          <a:off x="5380002" y="1361187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118973-3831-4C23-AB09-543068AB3D2D}">
      <dsp:nvSpPr>
        <dsp:cNvPr id="0" name=""/>
        <dsp:cNvSpPr/>
      </dsp:nvSpPr>
      <dsp:spPr>
        <a:xfrm>
          <a:off x="5624408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0" i="0" kern="1200" baseline="0"/>
            <a:t>Hackergruppen: Fancy Bear und Cozy Bear</a:t>
          </a:r>
          <a:endParaRPr lang="en-US" sz="2000" kern="1200"/>
        </a:p>
      </dsp:txBody>
      <dsp:txXfrm>
        <a:off x="5665318" y="1634282"/>
        <a:ext cx="2117829" cy="1314957"/>
      </dsp:txXfrm>
    </dsp:sp>
    <dsp:sp modelId="{BDDC19BC-DDF2-407B-B4A4-B481596299E5}">
      <dsp:nvSpPr>
        <dsp:cNvPr id="0" name=""/>
        <dsp:cNvSpPr/>
      </dsp:nvSpPr>
      <dsp:spPr>
        <a:xfrm>
          <a:off x="8068463" y="1361187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B5C356-0594-4DA8-BE3E-3D611B7B1BEE}">
      <dsp:nvSpPr>
        <dsp:cNvPr id="0" name=""/>
        <dsp:cNvSpPr/>
      </dsp:nvSpPr>
      <dsp:spPr>
        <a:xfrm>
          <a:off x="8312869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0" i="0" kern="1200" baseline="0"/>
            <a:t>Ziel: Veröffentlichung interner E-Mails und Dokumente</a:t>
          </a:r>
          <a:endParaRPr lang="en-US" sz="2000" kern="1200"/>
        </a:p>
      </dsp:txBody>
      <dsp:txXfrm>
        <a:off x="8353779" y="1634282"/>
        <a:ext cx="2117829" cy="1314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BC4C38-6A05-8BDE-D20F-3325FE561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8B2CD29-526E-A468-CA34-2BC6A3E9F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4429AF-8B03-7B0A-1F79-FA8467252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B8E5-2A22-49BE-A5A7-B6524843A7B5}" type="datetimeFigureOut">
              <a:rPr lang="de-DE" smtClean="0"/>
              <a:t>23.09.2025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421068-3397-3817-37FA-2A6A9A796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A5C086-C2C6-DAEC-0628-EB151F68E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9AB6-0A6E-4D5B-A381-7187342515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76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CA9533-82F8-B17D-8186-B1B76540E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1CC608-83E2-1275-8B92-CC28466D9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7462A9-8270-B291-E1E2-FDAEBC561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B8E5-2A22-49BE-A5A7-B6524843A7B5}" type="datetimeFigureOut">
              <a:rPr lang="de-DE" smtClean="0"/>
              <a:t>23.09.2025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DD2CA2-9CA3-2591-8AD0-C92BEC65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6EECAF-4F9E-C166-3758-F383E82B7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9AB6-0A6E-4D5B-A381-7187342515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621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F3DA71-F93E-4792-C054-DB2BBDEC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597DFE9-5C73-5F26-C83D-0F1B7F1EC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90C3C5-7AF7-2BC0-93A7-8F442799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B8E5-2A22-49BE-A5A7-B6524843A7B5}" type="datetimeFigureOut">
              <a:rPr lang="de-DE" smtClean="0"/>
              <a:t>23.09.2025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FAA03B-0F94-63D2-4B00-AB0402FD8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EB9884-7958-7B8C-753A-9840C77E3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9AB6-0A6E-4D5B-A381-7187342515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8388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78F957-531B-B0B3-E821-E8A397220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C9C034-B71B-EC20-5653-33C8FA55F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C1E899-C20E-CAA8-564E-E1BD3DAD7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779ABB-09CF-F8A4-063D-C7C14583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B8E5-2A22-49BE-A5A7-B6524843A7B5}" type="datetimeFigureOut">
              <a:rPr lang="de-DE" smtClean="0"/>
              <a:t>23.09.2025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EA37717-6CDD-3464-0EAF-ECB40AF5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00E216-3D6B-196E-08DA-2DC972F8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9AB6-0A6E-4D5B-A381-7187342515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4312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88C9E4-507E-7AED-A377-E5C0A5884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53FE76-DA63-2044-FA1D-91318953C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F54545B-4520-8AA3-38F3-D8B11ABFF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0C4CF3D-F0B4-B1BB-CB7B-827D14C32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E04EE21-CC6E-9737-006E-CA21EF114C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454549F-6B2A-3345-AF58-61BF06C3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B8E5-2A22-49BE-A5A7-B6524843A7B5}" type="datetimeFigureOut">
              <a:rPr lang="de-DE" smtClean="0"/>
              <a:t>23.09.2025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F6D031B-2301-036D-3396-C7819F22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0D38F7D-8878-5509-70BC-2A27EDAD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9AB6-0A6E-4D5B-A381-7187342515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9336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0E87AC-A895-D1D9-4C20-859A1DB98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5C3DE1A-D414-2D5E-3A2A-48785A3E7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B8E5-2A22-49BE-A5A7-B6524843A7B5}" type="datetimeFigureOut">
              <a:rPr lang="de-DE" smtClean="0"/>
              <a:t>23.09.2025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921B72-48F8-BD10-3618-550F69A82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2CE97E-BD43-335B-FBA7-4F4F17EC6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9AB6-0A6E-4D5B-A381-7187342515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2053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71AC33-9085-EB74-FD5A-ABB8F5E97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B8E5-2A22-49BE-A5A7-B6524843A7B5}" type="datetimeFigureOut">
              <a:rPr lang="de-DE" smtClean="0"/>
              <a:t>23.09.2025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8FEBA1E-9F94-B29D-B413-BF7DB7C6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E83193-D5B9-EF7F-340F-8239AE55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9AB6-0A6E-4D5B-A381-7187342515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3857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592257-F731-1E2A-16CF-10403104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C38B10-9BD7-0779-50A2-71A2FFE48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C9C177D-8670-7DA3-941F-ADF0CC145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BEC6C7B-7C68-FFCF-03C0-8A620BCC8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B8E5-2A22-49BE-A5A7-B6524843A7B5}" type="datetimeFigureOut">
              <a:rPr lang="de-DE" smtClean="0"/>
              <a:t>23.09.2025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62EB8A-C2C3-2F9A-700D-A4F86F34D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4AAB68-2BB1-8A57-96BF-256CEC241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9AB6-0A6E-4D5B-A381-7187342515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2498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EDC24F-9D8E-EE1A-B9B7-F475AEEB6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6E3426F-8E76-EB6E-7237-1F81F0B24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822DD13-806C-8391-274D-F731C93F9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73350C9-2C30-319F-3CCA-EA7F40CE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B8E5-2A22-49BE-A5A7-B6524843A7B5}" type="datetimeFigureOut">
              <a:rPr lang="de-DE" smtClean="0"/>
              <a:t>23.09.2025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59ACC3-DC8B-1B21-07C8-F9AD80452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AB8E6E-CA69-1003-13CD-9EF272BB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9AB6-0A6E-4D5B-A381-7187342515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876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BACE73-B11F-48A8-5DF4-5B84DB3CF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2FD0545-5CB1-1CF0-9ED2-6A7A25FB6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9C4DC2-B971-38A8-E1B1-9E983054B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B8E5-2A22-49BE-A5A7-B6524843A7B5}" type="datetimeFigureOut">
              <a:rPr lang="de-DE" smtClean="0"/>
              <a:t>23.09.2025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CD2232-3F73-64E9-DC80-713C9A899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F5772D-44AB-1863-9B84-BC3ECE1C5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9AB6-0A6E-4D5B-A381-7187342515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9330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6396448-549D-9191-6A6E-F503F77C77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643F40D-AD1D-3907-23D7-C414D31AC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1B99F3-CD1E-DE2A-29B3-8C0EF6A9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B8E5-2A22-49BE-A5A7-B6524843A7B5}" type="datetimeFigureOut">
              <a:rPr lang="de-DE" smtClean="0"/>
              <a:t>23.09.2025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8E564C-0C27-8D10-C211-47AABEE5C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5EF1D4-6872-42B1-62C6-472765D8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59AB6-0A6E-4D5B-A381-7187342515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9034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B5D101F-2F1F-D836-E1AA-314A1609D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C008AF-9FCA-69A7-DCE9-033AF26C6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2163EA-4337-39E1-2314-D9FC749FE1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D8B8E5-2A22-49BE-A5A7-B6524843A7B5}" type="datetimeFigureOut">
              <a:rPr lang="de-DE" smtClean="0"/>
              <a:t>23.09.2025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5F5DCB-8E97-DB3C-6445-27D5D24F2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FF52B2-7BE1-22BF-8E8C-8FA5799148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59AB6-0A6E-4D5B-A381-7187342515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6669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B056E93-FE2E-C2D0-FFC7-CD0234707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5400" y="1595283"/>
            <a:ext cx="8147713" cy="3081242"/>
          </a:xfrm>
        </p:spPr>
        <p:txBody>
          <a:bodyPr anchor="ctr">
            <a:normAutofit/>
          </a:bodyPr>
          <a:lstStyle/>
          <a:p>
            <a:r>
              <a:rPr lang="de-DE" sz="6600" dirty="0">
                <a:solidFill>
                  <a:srgbClr val="FFFFFF"/>
                </a:solidFill>
              </a:rPr>
              <a:t>DNC-Hack 2016</a:t>
            </a:r>
            <a:br>
              <a:rPr lang="de-DE" sz="4800" dirty="0">
                <a:solidFill>
                  <a:srgbClr val="FFFFFF"/>
                </a:solidFill>
              </a:rPr>
            </a:br>
            <a:r>
              <a:rPr lang="de-DE" sz="2800" dirty="0">
                <a:solidFill>
                  <a:schemeClr val="bg1"/>
                </a:solidFill>
              </a:rPr>
              <a:t>Cyberangriff auf das Democratic National Committee</a:t>
            </a:r>
            <a:br>
              <a:rPr lang="de-DE" sz="4800" dirty="0"/>
            </a:br>
            <a:endParaRPr lang="de-DE" sz="480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B6698A0-7F7E-B71F-1A8D-1EF2A0ACB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Cihan, </a:t>
            </a:r>
            <a:r>
              <a:rPr lang="de-DE" dirty="0" err="1">
                <a:solidFill>
                  <a:srgbClr val="FFFFFF"/>
                </a:solidFill>
              </a:rPr>
              <a:t>Cengizhan</a:t>
            </a:r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9071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3A5846-D9E4-766E-FB8B-1768257600F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8303" b="742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FA78105-62EE-111A-CEA8-EEE3298B7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/>
              <a:t>Überblick</a:t>
            </a:r>
            <a:endParaRPr lang="de-DE" dirty="0"/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2D4C072A-1EF9-4431-4373-B364C454EA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792683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09380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98A64A-F897-D300-93D1-EF1C4DDD2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Die Hackergruppen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843106-C9A8-2A80-8BED-9932B408A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4" cy="2454300"/>
          </a:xfrm>
        </p:spPr>
        <p:txBody>
          <a:bodyPr>
            <a:normAutofit/>
          </a:bodyPr>
          <a:lstStyle/>
          <a:p>
            <a:r>
              <a:rPr lang="de-DE" sz="2000" b="1">
                <a:solidFill>
                  <a:schemeClr val="bg1">
                    <a:alpha val="80000"/>
                  </a:schemeClr>
                </a:solidFill>
              </a:rPr>
              <a:t>Fancy Bear (APT28):</a:t>
            </a:r>
            <a:r>
              <a:rPr lang="de-DE" sz="2000">
                <a:solidFill>
                  <a:schemeClr val="bg1">
                    <a:alpha val="80000"/>
                  </a:schemeClr>
                </a:solidFill>
              </a:rPr>
              <a:t> russische Gruppe, GRU-nah</a:t>
            </a:r>
          </a:p>
          <a:p>
            <a:r>
              <a:rPr lang="de-DE" sz="2000" b="1">
                <a:solidFill>
                  <a:schemeClr val="bg1">
                    <a:alpha val="80000"/>
                  </a:schemeClr>
                </a:solidFill>
              </a:rPr>
              <a:t>Cozy Bear (APT29):</a:t>
            </a:r>
            <a:r>
              <a:rPr lang="de-DE" sz="2000">
                <a:solidFill>
                  <a:schemeClr val="bg1">
                    <a:alpha val="80000"/>
                  </a:schemeClr>
                </a:solidFill>
              </a:rPr>
              <a:t> russische Gruppe, FSB/SVR-nah</a:t>
            </a:r>
          </a:p>
          <a:p>
            <a:r>
              <a:rPr lang="de-DE" sz="2000">
                <a:solidFill>
                  <a:schemeClr val="bg1">
                    <a:alpha val="80000"/>
                  </a:schemeClr>
                </a:solidFill>
              </a:rPr>
              <a:t>Beide bekannt für Phishing und Spionage</a:t>
            </a:r>
          </a:p>
          <a:p>
            <a:r>
              <a:rPr lang="de-DE" sz="2000">
                <a:solidFill>
                  <a:schemeClr val="bg1">
                    <a:alpha val="80000"/>
                  </a:schemeClr>
                </a:solidFill>
              </a:rPr>
              <a:t>Staatliche Unterstützung vermutet</a:t>
            </a:r>
          </a:p>
          <a:p>
            <a:endParaRPr lang="de-DE" sz="2000">
              <a:solidFill>
                <a:schemeClr val="bg1">
                  <a:alpha val="80000"/>
                </a:schemeClr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" name="Graphic 6" descr="Party Mask">
            <a:extLst>
              <a:ext uri="{FF2B5EF4-FFF2-40B4-BE49-F238E27FC236}">
                <a16:creationId xmlns:a16="http://schemas.microsoft.com/office/drawing/2014/main" id="{EE97219C-161D-A8BC-B794-5F01A9F725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4814" y="1350833"/>
            <a:ext cx="3063347" cy="306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85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EB9B5C5-28D7-171C-79E0-EE3125CB8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Ablauf des Angriffs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DD7BAA-1328-F36F-6202-AE915CF1FA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46400"/>
            <a:ext cx="4391024" cy="24543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de-DE" altLang="de-DE" sz="2200" b="0" i="0" u="none" strike="noStrike" cap="none" normalizeH="0" baseline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Start mit Spear-Phishing-Mails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de-DE" altLang="de-DE" sz="2200" b="0" i="0" u="none" strike="noStrike" cap="none" normalizeH="0" baseline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Mitarbeiter gaben Passwörter preis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de-DE" altLang="de-DE" sz="2200" b="0" i="0" u="none" strike="noStrike" cap="none" normalizeH="0" baseline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Zugang zu Mailservern und Netzwerken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de-DE" altLang="de-DE" sz="2200" b="0" i="0" u="none" strike="noStrike" cap="none" normalizeH="0" baseline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Gestohlene E-Mails später bei WikiLeaks veröffentlicht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8" name="Graphic 7" descr="Laptop sicher">
            <a:extLst>
              <a:ext uri="{FF2B5EF4-FFF2-40B4-BE49-F238E27FC236}">
                <a16:creationId xmlns:a16="http://schemas.microsoft.com/office/drawing/2014/main" id="{3CF79C13-817F-BC14-A61B-1237EDBE5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4814" y="1350833"/>
            <a:ext cx="3063347" cy="306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590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91750-C400-1AA1-B0DD-CB9BA7AF0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Folgen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03CE0E-3397-B58C-9DAE-A00ACEF1F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4" cy="2454300"/>
          </a:xfrm>
        </p:spPr>
        <p:txBody>
          <a:bodyPr>
            <a:normAutofit/>
          </a:bodyPr>
          <a:lstStyle/>
          <a:p>
            <a:r>
              <a:rPr lang="de-DE" sz="2000">
                <a:solidFill>
                  <a:schemeClr val="bg1">
                    <a:alpha val="80000"/>
                  </a:schemeClr>
                </a:solidFill>
              </a:rPr>
              <a:t>Politischer Schaden für die Demokraten</a:t>
            </a:r>
          </a:p>
          <a:p>
            <a:r>
              <a:rPr lang="de-DE" sz="2000">
                <a:solidFill>
                  <a:schemeClr val="bg1">
                    <a:alpha val="80000"/>
                  </a:schemeClr>
                </a:solidFill>
              </a:rPr>
              <a:t>Weltweite Diskussion über Wahlmanipulation</a:t>
            </a:r>
          </a:p>
          <a:p>
            <a:r>
              <a:rPr lang="de-DE" sz="2000">
                <a:solidFill>
                  <a:schemeClr val="bg1">
                    <a:alpha val="80000"/>
                  </a:schemeClr>
                </a:solidFill>
              </a:rPr>
              <a:t>Hohe Kosten für Sicherheit und Aufklärung</a:t>
            </a:r>
          </a:p>
          <a:p>
            <a:r>
              <a:rPr lang="de-DE" sz="2000">
                <a:solidFill>
                  <a:schemeClr val="bg1">
                    <a:alpha val="80000"/>
                  </a:schemeClr>
                </a:solidFill>
              </a:rPr>
              <a:t>Sanktionen gegen Russland</a:t>
            </a:r>
          </a:p>
          <a:p>
            <a:endParaRPr lang="de-DE" sz="2000">
              <a:solidFill>
                <a:schemeClr val="bg1">
                  <a:alpha val="80000"/>
                </a:schemeClr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" name="Graphic 6" descr="Geld">
            <a:extLst>
              <a:ext uri="{FF2B5EF4-FFF2-40B4-BE49-F238E27FC236}">
                <a16:creationId xmlns:a16="http://schemas.microsoft.com/office/drawing/2014/main" id="{8826558A-50B2-C700-2179-F59F8A12B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4814" y="1350833"/>
            <a:ext cx="3063347" cy="306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396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BEF6C97-B5AB-3798-9643-08036E8FE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Aktueller Stand (2025)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C2FECD-26AC-C830-A5AC-35F03CF573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46400"/>
            <a:ext cx="4391024" cy="24543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de-DE" altLang="de-DE" sz="2200" b="0" i="0" u="none" strike="noStrike" cap="none" normalizeH="0" baseline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Russische Agenten wurden angeklagt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de-DE" altLang="de-DE" sz="2200" b="0" i="0" u="none" strike="noStrike" cap="none" normalizeH="0" baseline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Hack gilt als Beispiel für Cyber-Einmischung in Wahlen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de-DE" altLang="de-DE" sz="2200" b="0" i="0" u="none" strike="noStrike" cap="none" normalizeH="0" baseline="0">
                <a:ln>
                  <a:noFill/>
                </a:ln>
                <a:solidFill>
                  <a:schemeClr val="bg1"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Ob der Wahlausgang beeinflusst wurde, ist bis heute umstritten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8" name="Graphic 7" descr="Auktionshammer">
            <a:extLst>
              <a:ext uri="{FF2B5EF4-FFF2-40B4-BE49-F238E27FC236}">
                <a16:creationId xmlns:a16="http://schemas.microsoft.com/office/drawing/2014/main" id="{15CB632A-3008-2C32-7EF3-1C59718C9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4814" y="1350833"/>
            <a:ext cx="3063347" cy="306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2402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A945AD3-CFE9-1137-D466-AA6399EBA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Danke für Ihre Aufmerksamkeit!</a:t>
            </a:r>
          </a:p>
        </p:txBody>
      </p:sp>
    </p:spTree>
    <p:extLst>
      <p:ext uri="{BB962C8B-B14F-4D97-AF65-F5344CB8AC3E}">
        <p14:creationId xmlns:p14="http://schemas.microsoft.com/office/powerpoint/2010/main" val="3540969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Breitbild</PresentationFormat>
  <Paragraphs>27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DNC-Hack 2016 Cyberangriff auf das Democratic National Committee </vt:lpstr>
      <vt:lpstr>Überblick</vt:lpstr>
      <vt:lpstr>Die Hackergruppen</vt:lpstr>
      <vt:lpstr>Ablauf des Angriffs</vt:lpstr>
      <vt:lpstr>Folgen</vt:lpstr>
      <vt:lpstr>Aktueller Stand (2025)</vt:lpstr>
      <vt:lpstr>Danke für Ihre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Sahin Cihan</dc:creator>
  <cp:lastModifiedBy>Sahin Cihan</cp:lastModifiedBy>
  <cp:revision>1</cp:revision>
  <dcterms:created xsi:type="dcterms:W3CDTF">2025-09-18T08:10:29Z</dcterms:created>
  <dcterms:modified xsi:type="dcterms:W3CDTF">2025-09-23T06:39:41Z</dcterms:modified>
</cp:coreProperties>
</file>